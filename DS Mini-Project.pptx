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331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7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724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7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724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4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kern="0" spc="200" dirty="0">
                <a:solidFill>
                  <a:srgbClr val="F0A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STRUCTURE MINI PROJECT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606040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600"/>
              </a:lnSpc>
              <a:buNone/>
            </a:pPr>
            <a:r>
              <a:rPr lang="en-US" sz="6000" b="0" i="0" dirty="0">
                <a:solidFill>
                  <a:srgbClr val="F5F2E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To-Do Task Manager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596640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D7D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menu-driven task tracker in C using a singly linked list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549656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[Jeshan Savani P.] · [26D2DAI005]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579628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960"/>
              </a:lnSpc>
            </a:pPr>
            <a:r>
              <a:rPr lang="en-US" sz="140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[III] · [Data Structure]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7243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Introduction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20520"/>
            <a:ext cx="915670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80"/>
              </a:lnSpc>
              <a:buNone/>
            </a:pPr>
            <a:r>
              <a:rPr lang="en-US" sz="2600" dirty="0">
                <a:solidFill>
                  <a:srgbClr val="17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work needs a simple way to add, track and remove tasks.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800" y="2783840"/>
            <a:ext cx="915670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3B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is a console To-Do Task Manager written in C. Each task is a node in a singly linked list, so the list grows and shrinks at run time with no fixed size.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7243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Problem Statement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20520"/>
            <a:ext cx="9810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17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get lost when they live on paper or in memory, and array-based lists force a fixed size.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2814320"/>
            <a:ext cx="915670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3B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program must let a user add, view, search, complete and delete tasks while using memory only as needed.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7243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Objectives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71880" y="1879600"/>
            <a:ext cx="203017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B8541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71880" y="2550161"/>
            <a:ext cx="2030171" cy="817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17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tasks in a singly linked list using dynamic memory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764280" y="1879600"/>
            <a:ext cx="203017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B8541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02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764280" y="2550161"/>
            <a:ext cx="2030171" cy="817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17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add, display, search and delete operations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56680" y="1879600"/>
            <a:ext cx="203017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B8541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03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456680" y="2550161"/>
            <a:ext cx="2030171" cy="817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17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users mark tasks as completed to track progress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9080" y="1879600"/>
            <a:ext cx="203017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B8541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04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9149080" y="2550161"/>
            <a:ext cx="2030171" cy="553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17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a simple menu-driven interface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7243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Existing System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96"/>
            <a:ext cx="5175250" cy="2183130"/>
          </a:xfrm>
          <a:prstGeom prst="roundRect">
            <a:avLst>
              <a:gd name="adj" fmla="val 4508"/>
            </a:avLst>
          </a:prstGeom>
          <a:solidFill>
            <a:srgbClr val="FFFDF8"/>
          </a:solidFill>
          <a:ln w="6350">
            <a:solidFill>
              <a:srgbClr val="DDD8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071880" y="1879600"/>
            <a:ext cx="480334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7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is handled today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41476" y="2311400"/>
            <a:ext cx="4726127" cy="955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4404" indent="-184404" algn="l">
              <a:lnSpc>
                <a:spcPts val="2380"/>
              </a:lnSpc>
              <a:buSzPct val="100000"/>
              <a:buChar char="•"/>
            </a:pPr>
            <a:r>
              <a:rPr lang="en-US" sz="1700" dirty="0">
                <a:solidFill>
                  <a:srgbClr val="17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Handwritten lists and sticky notes</a:t>
            </a:r>
            <a:endParaRPr lang="en-US" sz="1700" dirty="0"/>
          </a:p>
          <a:p>
            <a:pPr marL="184404" indent="-184404" algn="l">
              <a:lnSpc>
                <a:spcPts val="2380"/>
              </a:lnSpc>
              <a:buSzPct val="100000"/>
              <a:buChar char="•"/>
            </a:pPr>
            <a:r>
              <a:rPr lang="en-US" sz="1700" dirty="0">
                <a:solidFill>
                  <a:srgbClr val="17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remembered informally</a:t>
            </a:r>
            <a:endParaRPr lang="en-US" sz="1700" dirty="0"/>
          </a:p>
          <a:p>
            <a:pPr marL="184404" indent="-184404" algn="l">
              <a:lnSpc>
                <a:spcPts val="2380"/>
              </a:lnSpc>
              <a:buSzPct val="100000"/>
              <a:buChar char="•"/>
            </a:pPr>
            <a:r>
              <a:rPr lang="en-US" sz="1700" dirty="0">
                <a:solidFill>
                  <a:srgbClr val="17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Fixed-size array programs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00775" y="1623696"/>
            <a:ext cx="5175250" cy="2183130"/>
          </a:xfrm>
          <a:prstGeom prst="roundRect">
            <a:avLst>
              <a:gd name="adj" fmla="val 4508"/>
            </a:avLst>
          </a:prstGeom>
          <a:solidFill>
            <a:srgbClr val="FFFDF8"/>
          </a:solidFill>
          <a:ln w="6350">
            <a:solidFill>
              <a:srgbClr val="DDD8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56680" y="1879600"/>
            <a:ext cx="480334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8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26276" y="2311400"/>
            <a:ext cx="4726127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4404" indent="-184404" algn="l">
              <a:lnSpc>
                <a:spcPts val="2380"/>
              </a:lnSpc>
              <a:buSzPct val="100000"/>
              <a:buChar char="•"/>
            </a:pPr>
            <a:r>
              <a:rPr lang="en-US" sz="1700" dirty="0">
                <a:solidFill>
                  <a:srgbClr val="17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quick search by ID</a:t>
            </a:r>
            <a:endParaRPr lang="en-US" sz="1700" dirty="0"/>
          </a:p>
          <a:p>
            <a:pPr marL="184404" indent="-184404" algn="l">
              <a:lnSpc>
                <a:spcPts val="2380"/>
              </a:lnSpc>
              <a:buSzPct val="100000"/>
              <a:buChar char="•"/>
            </a:pPr>
            <a:r>
              <a:rPr lang="en-US" sz="1700" dirty="0">
                <a:solidFill>
                  <a:srgbClr val="17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size wastes or runs out of space</a:t>
            </a:r>
            <a:endParaRPr lang="en-US" sz="1700" dirty="0"/>
          </a:p>
          <a:p>
            <a:pPr marL="184404" indent="-184404" algn="l">
              <a:lnSpc>
                <a:spcPts val="2380"/>
              </a:lnSpc>
              <a:buSzPct val="100000"/>
              <a:buChar char="•"/>
            </a:pPr>
            <a:r>
              <a:rPr lang="en-US" sz="1700" dirty="0">
                <a:solidFill>
                  <a:srgbClr val="17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Deleting means shifting items</a:t>
            </a:r>
            <a:endParaRPr lang="en-US" sz="1700" dirty="0"/>
          </a:p>
          <a:p>
            <a:pPr marL="184404" indent="-184404" algn="l">
              <a:lnSpc>
                <a:spcPts val="2380"/>
              </a:lnSpc>
              <a:buSzPct val="100000"/>
              <a:buChar char="•"/>
            </a:pPr>
            <a:r>
              <a:rPr lang="en-US" sz="1700" dirty="0">
                <a:solidFill>
                  <a:srgbClr val="17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lose or forget tasks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7243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Proposed System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2151379"/>
            <a:ext cx="4918456" cy="1214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17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linked-list task manager that stores each task as a node and grows one task at a time.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94400" y="1620521"/>
            <a:ext cx="5384800" cy="2250440"/>
          </a:xfrm>
          <a:prstGeom prst="roundRect">
            <a:avLst>
              <a:gd name="adj" fmla="val 4515"/>
            </a:avLst>
          </a:prstGeom>
          <a:solidFill>
            <a:srgbClr val="1724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299200" y="1925321"/>
            <a:ext cx="491845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0A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368796" y="2326639"/>
            <a:ext cx="4841240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4404" indent="-184404" algn="l">
              <a:lnSpc>
                <a:spcPts val="2380"/>
              </a:lnSpc>
              <a:buSzPct val="100000"/>
              <a:buChar char="•"/>
            </a:pPr>
            <a:r>
              <a:rPr lang="en-US" sz="170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size, no wasted memory</a:t>
            </a:r>
            <a:endParaRPr lang="en-US" sz="1700" dirty="0"/>
          </a:p>
          <a:p>
            <a:pPr marL="184404" indent="-184404" algn="l">
              <a:lnSpc>
                <a:spcPts val="2380"/>
              </a:lnSpc>
              <a:buSzPct val="100000"/>
              <a:buChar char="•"/>
            </a:pPr>
            <a:r>
              <a:rPr lang="en-US" sz="170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by relinking, no shifting</a:t>
            </a:r>
            <a:endParaRPr lang="en-US" sz="1700" dirty="0"/>
          </a:p>
          <a:p>
            <a:pPr marL="184404" indent="-184404" algn="l">
              <a:lnSpc>
                <a:spcPts val="2380"/>
              </a:lnSpc>
              <a:buSzPct val="100000"/>
              <a:buChar char="•"/>
            </a:pPr>
            <a:r>
              <a:rPr lang="en-US" sz="170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by task ID</a:t>
            </a:r>
            <a:endParaRPr lang="en-US" sz="1700" dirty="0"/>
          </a:p>
          <a:p>
            <a:pPr marL="184404" indent="-184404" algn="l">
              <a:lnSpc>
                <a:spcPts val="2380"/>
              </a:lnSpc>
              <a:buSzPct val="100000"/>
              <a:buChar char="•"/>
            </a:pPr>
            <a:r>
              <a:rPr lang="en-US" sz="170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Pending or Completed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7243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Technology Used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96"/>
            <a:ext cx="3380317" cy="1156970"/>
          </a:xfrm>
          <a:prstGeom prst="roundRect">
            <a:avLst>
              <a:gd name="adj" fmla="val 8507"/>
            </a:avLst>
          </a:prstGeom>
          <a:solidFill>
            <a:srgbClr val="FFFDF8"/>
          </a:solidFill>
          <a:ln w="6350">
            <a:solidFill>
              <a:srgbClr val="DDD8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071880" y="1879600"/>
            <a:ext cx="295456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71880" y="2169161"/>
            <a:ext cx="295456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7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405842" y="1623696"/>
            <a:ext cx="3380317" cy="1156970"/>
          </a:xfrm>
          <a:prstGeom prst="roundRect">
            <a:avLst>
              <a:gd name="adj" fmla="val 8507"/>
            </a:avLst>
          </a:prstGeom>
          <a:solidFill>
            <a:srgbClr val="FFFDF8"/>
          </a:solidFill>
          <a:ln w="6350">
            <a:solidFill>
              <a:srgbClr val="DDD8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661746" y="1879600"/>
            <a:ext cx="295456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61746" y="2169161"/>
            <a:ext cx="295456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7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stdio.h, stdlib.h, string.h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995708" y="1623696"/>
            <a:ext cx="3380317" cy="1156970"/>
          </a:xfrm>
          <a:prstGeom prst="roundRect">
            <a:avLst>
              <a:gd name="adj" fmla="val 8507"/>
            </a:avLst>
          </a:prstGeom>
          <a:solidFill>
            <a:srgbClr val="FFFDF8"/>
          </a:solidFill>
          <a:ln w="6350">
            <a:solidFill>
              <a:srgbClr val="DDD8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251613" y="1879600"/>
            <a:ext cx="295456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structure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51613" y="2169161"/>
            <a:ext cx="295456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7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Singly linked list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15975" y="2990214"/>
            <a:ext cx="3380317" cy="1121410"/>
          </a:xfrm>
          <a:prstGeom prst="roundRect">
            <a:avLst>
              <a:gd name="adj" fmla="val 8777"/>
            </a:avLst>
          </a:prstGeom>
          <a:solidFill>
            <a:srgbClr val="FFFDF8"/>
          </a:solidFill>
          <a:ln w="6350">
            <a:solidFill>
              <a:srgbClr val="DDD8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071880" y="3246121"/>
            <a:ext cx="295456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71880" y="3535679"/>
            <a:ext cx="295456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7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malloc() and free()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405842" y="2990214"/>
            <a:ext cx="3380317" cy="1121410"/>
          </a:xfrm>
          <a:prstGeom prst="roundRect">
            <a:avLst>
              <a:gd name="adj" fmla="val 8777"/>
            </a:avLst>
          </a:prstGeom>
          <a:solidFill>
            <a:srgbClr val="FFFDF8"/>
          </a:solidFill>
          <a:ln w="6350">
            <a:solidFill>
              <a:srgbClr val="DDD8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661746" y="3246121"/>
            <a:ext cx="295456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1746" y="3535679"/>
            <a:ext cx="295456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7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memory, no database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7243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Modules of the Project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96"/>
            <a:ext cx="3380317" cy="1355090"/>
          </a:xfrm>
          <a:prstGeom prst="roundRect">
            <a:avLst>
              <a:gd name="adj" fmla="val 7263"/>
            </a:avLst>
          </a:prstGeom>
          <a:solidFill>
            <a:srgbClr val="FFFDF8"/>
          </a:solidFill>
          <a:ln w="6350">
            <a:solidFill>
              <a:srgbClr val="DDD8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071880" y="1879600"/>
            <a:ext cx="295456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8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Task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71880" y="2260600"/>
            <a:ext cx="295456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17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the ID and name, then appends a node at the end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05842" y="1623696"/>
            <a:ext cx="3380317" cy="1355090"/>
          </a:xfrm>
          <a:prstGeom prst="roundRect">
            <a:avLst>
              <a:gd name="adj" fmla="val 7263"/>
            </a:avLst>
          </a:prstGeom>
          <a:solidFill>
            <a:srgbClr val="FFFDF8"/>
          </a:solidFill>
          <a:ln w="6350">
            <a:solidFill>
              <a:srgbClr val="DDD8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661746" y="1879600"/>
            <a:ext cx="295456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8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Tasks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661746" y="2260600"/>
            <a:ext cx="295456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17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Traverses the list and prints ID, name and status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95708" y="1623696"/>
            <a:ext cx="3380317" cy="1355090"/>
          </a:xfrm>
          <a:prstGeom prst="roundRect">
            <a:avLst>
              <a:gd name="adj" fmla="val 7263"/>
            </a:avLst>
          </a:prstGeom>
          <a:solidFill>
            <a:srgbClr val="FFFDF8"/>
          </a:solidFill>
          <a:ln w="6350">
            <a:solidFill>
              <a:srgbClr val="DDD8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251613" y="1879600"/>
            <a:ext cx="295456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8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Task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51613" y="2260600"/>
            <a:ext cx="295456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17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search through the list by task ID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5975" y="3188336"/>
            <a:ext cx="3380317" cy="1355090"/>
          </a:xfrm>
          <a:prstGeom prst="roundRect">
            <a:avLst>
              <a:gd name="adj" fmla="val 7263"/>
            </a:avLst>
          </a:prstGeom>
          <a:solidFill>
            <a:srgbClr val="FFFDF8"/>
          </a:solidFill>
          <a:ln w="6350">
            <a:solidFill>
              <a:srgbClr val="DDD8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071880" y="3444239"/>
            <a:ext cx="295456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8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Completed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71880" y="3825239"/>
            <a:ext cx="295456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17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the task and sets its status to completed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405842" y="3188336"/>
            <a:ext cx="3380317" cy="1355090"/>
          </a:xfrm>
          <a:prstGeom prst="roundRect">
            <a:avLst>
              <a:gd name="adj" fmla="val 7263"/>
            </a:avLst>
          </a:prstGeom>
          <a:solidFill>
            <a:srgbClr val="FFFDF8"/>
          </a:solidFill>
          <a:ln w="6350">
            <a:solidFill>
              <a:srgbClr val="DDD8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661746" y="3444239"/>
            <a:ext cx="295456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8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Task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61746" y="3825239"/>
            <a:ext cx="295456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17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Unlinks the node and frees its memory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995708" y="3188336"/>
            <a:ext cx="3380317" cy="1355090"/>
          </a:xfrm>
          <a:prstGeom prst="roundRect">
            <a:avLst>
              <a:gd name="adj" fmla="val 7263"/>
            </a:avLst>
          </a:prstGeom>
          <a:solidFill>
            <a:srgbClr val="FFFDF8"/>
          </a:solidFill>
          <a:ln w="6350">
            <a:solidFill>
              <a:srgbClr val="DDD8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251613" y="3444239"/>
            <a:ext cx="295456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8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Menu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51613" y="3825239"/>
            <a:ext cx="295456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17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loop with a switch that calls each module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7243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Flowchart</a:t>
            </a:r>
            <a:endParaRPr lang="en-US" sz="3600" dirty="0"/>
          </a:p>
        </p:txBody>
      </p:sp>
      <p:pic>
        <p:nvPicPr>
          <p:cNvPr id="3" name="Image 0" descr="Flowchart: the menu loop calls add, delete, display, search or complete, then returns to the menu until Exit"/>
          <p:cNvPicPr>
            <a:picLocks noChangeAspect="1"/>
          </p:cNvPicPr>
          <p:nvPr/>
        </p:nvPicPr>
        <p:blipFill>
          <a:blip r:embed="rId3"/>
          <a:srcRect t="-19" b="-19"/>
          <a:stretch/>
        </p:blipFill>
        <p:spPr>
          <a:xfrm>
            <a:off x="812800" y="1569721"/>
            <a:ext cx="10566400" cy="4191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7243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Challenges Faced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96"/>
            <a:ext cx="5175250" cy="1357630"/>
          </a:xfrm>
          <a:prstGeom prst="roundRect">
            <a:avLst>
              <a:gd name="adj" fmla="val 7250"/>
            </a:avLst>
          </a:prstGeom>
          <a:solidFill>
            <a:srgbClr val="FFFDF8"/>
          </a:solidFill>
          <a:ln w="6350">
            <a:solidFill>
              <a:srgbClr val="DDD8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071880" y="1879600"/>
            <a:ext cx="480334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8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names with spaces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1880" y="2230121"/>
            <a:ext cx="4803343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17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whole line with scanf(" %[^\n]") instead of a single word.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00775" y="1623696"/>
            <a:ext cx="5175250" cy="1357630"/>
          </a:xfrm>
          <a:prstGeom prst="roundRect">
            <a:avLst>
              <a:gd name="adj" fmla="val 7250"/>
            </a:avLst>
          </a:prstGeom>
          <a:solidFill>
            <a:srgbClr val="FFFDF8"/>
          </a:solidFill>
          <a:ln w="6350">
            <a:solidFill>
              <a:srgbClr val="DDD8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56680" y="1879600"/>
            <a:ext cx="480334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8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Deleting first, middle or last node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56680" y="2230121"/>
            <a:ext cx="4803343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17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Kept a previous pointer and updated head when the first node is removed.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5975" y="3190875"/>
            <a:ext cx="5175250" cy="1109980"/>
          </a:xfrm>
          <a:prstGeom prst="roundRect">
            <a:avLst>
              <a:gd name="adj" fmla="val 8867"/>
            </a:avLst>
          </a:prstGeom>
          <a:solidFill>
            <a:srgbClr val="FFFDF8"/>
          </a:solidFill>
          <a:ln w="6350">
            <a:solidFill>
              <a:srgbClr val="DDD8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71880" y="3446779"/>
            <a:ext cx="480334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8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at the end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71880" y="3797300"/>
            <a:ext cx="491617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17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Traversed to the last node before linking the new one.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00775" y="3190875"/>
            <a:ext cx="5175250" cy="1109980"/>
          </a:xfrm>
          <a:prstGeom prst="roundRect">
            <a:avLst>
              <a:gd name="adj" fmla="val 8867"/>
            </a:avLst>
          </a:prstGeom>
          <a:solidFill>
            <a:srgbClr val="FFFDF8"/>
          </a:solidFill>
          <a:ln w="6350">
            <a:solidFill>
              <a:srgbClr val="DDD8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56680" y="3446779"/>
            <a:ext cx="480334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8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leaks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56680" y="3797300"/>
            <a:ext cx="4803343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17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Freed every deleted node with free().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7243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Future Scope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5975" y="1623696"/>
            <a:ext cx="3380317" cy="808990"/>
          </a:xfrm>
          <a:prstGeom prst="roundRect">
            <a:avLst>
              <a:gd name="adj" fmla="val 12166"/>
            </a:avLst>
          </a:prstGeom>
          <a:solidFill>
            <a:srgbClr val="FFFDF8"/>
          </a:solidFill>
          <a:ln w="6350">
            <a:solidFill>
              <a:srgbClr val="DDD8CB"/>
            </a:solidFill>
            <a:prstDash val="solid"/>
          </a:ln>
        </p:spPr>
        <p:txBody>
          <a:bodyPr wrap="square" lIns="227077" tIns="227077" rIns="141022" bIns="201677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17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tasks to a file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405842" y="1623696"/>
            <a:ext cx="3380317" cy="808990"/>
          </a:xfrm>
          <a:prstGeom prst="roundRect">
            <a:avLst>
              <a:gd name="adj" fmla="val 12166"/>
            </a:avLst>
          </a:prstGeom>
          <a:solidFill>
            <a:srgbClr val="FFFDF8"/>
          </a:solidFill>
          <a:ln w="6350">
            <a:solidFill>
              <a:srgbClr val="DDD8CB"/>
            </a:solidFill>
            <a:prstDash val="solid"/>
          </a:ln>
        </p:spPr>
        <p:txBody>
          <a:bodyPr wrap="square" lIns="227077" tIns="227077" rIns="141022" bIns="201677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17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an existing task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995708" y="1623696"/>
            <a:ext cx="3380317" cy="808990"/>
          </a:xfrm>
          <a:prstGeom prst="roundRect">
            <a:avLst>
              <a:gd name="adj" fmla="val 12166"/>
            </a:avLst>
          </a:prstGeom>
          <a:solidFill>
            <a:srgbClr val="FFFDF8"/>
          </a:solidFill>
          <a:ln w="6350">
            <a:solidFill>
              <a:srgbClr val="DDD8CB"/>
            </a:solidFill>
            <a:prstDash val="solid"/>
          </a:ln>
        </p:spPr>
        <p:txBody>
          <a:bodyPr wrap="square" lIns="227078" tIns="227077" rIns="141022" bIns="201677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17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dates and priorities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5975" y="2642233"/>
            <a:ext cx="3380317" cy="808990"/>
          </a:xfrm>
          <a:prstGeom prst="roundRect">
            <a:avLst>
              <a:gd name="adj" fmla="val 12166"/>
            </a:avLst>
          </a:prstGeom>
          <a:solidFill>
            <a:srgbClr val="FFFDF8"/>
          </a:solidFill>
          <a:ln w="6350">
            <a:solidFill>
              <a:srgbClr val="DDD8CB"/>
            </a:solidFill>
            <a:prstDash val="solid"/>
          </a:ln>
        </p:spPr>
        <p:txBody>
          <a:bodyPr wrap="square" lIns="227077" tIns="227077" rIns="141022" bIns="201677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17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duplicate task IDs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405842" y="2642233"/>
            <a:ext cx="3380317" cy="808990"/>
          </a:xfrm>
          <a:prstGeom prst="roundRect">
            <a:avLst>
              <a:gd name="adj" fmla="val 12166"/>
            </a:avLst>
          </a:prstGeom>
          <a:solidFill>
            <a:srgbClr val="FFFDF8"/>
          </a:solidFill>
          <a:ln w="6350">
            <a:solidFill>
              <a:srgbClr val="DDD8CB"/>
            </a:solidFill>
            <a:prstDash val="solid"/>
          </a:ln>
        </p:spPr>
        <p:txBody>
          <a:bodyPr wrap="square" lIns="227077" tIns="227077" rIns="141022" bIns="201677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17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tasks by date or priority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995708" y="2642233"/>
            <a:ext cx="3380317" cy="808990"/>
          </a:xfrm>
          <a:prstGeom prst="roundRect">
            <a:avLst>
              <a:gd name="adj" fmla="val 12166"/>
            </a:avLst>
          </a:prstGeom>
          <a:solidFill>
            <a:srgbClr val="FFFDF8"/>
          </a:solidFill>
          <a:ln w="6350">
            <a:solidFill>
              <a:srgbClr val="DDD8CB"/>
            </a:solidFill>
            <a:prstDash val="solid"/>
          </a:ln>
        </p:spPr>
        <p:txBody>
          <a:bodyPr wrap="square" lIns="227078" tIns="227077" rIns="141022" bIns="201677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17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 or mobile version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24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F5F2E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Conclusion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20521"/>
            <a:ext cx="5232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0A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achieved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82396" y="2052321"/>
            <a:ext cx="5155184" cy="955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4404" indent="-184404" algn="l">
              <a:lnSpc>
                <a:spcPts val="2380"/>
              </a:lnSpc>
              <a:buSzPct val="100000"/>
              <a:buChar char="•"/>
            </a:pPr>
            <a:r>
              <a:rPr lang="en-US" sz="170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menu-driven task manager in C</a:t>
            </a:r>
            <a:endParaRPr lang="en-US" sz="1700" dirty="0"/>
          </a:p>
          <a:p>
            <a:pPr marL="184404" indent="-184404" algn="l">
              <a:lnSpc>
                <a:spcPts val="2380"/>
              </a:lnSpc>
              <a:buSzPct val="100000"/>
              <a:buChar char="•"/>
            </a:pPr>
            <a:r>
              <a:rPr lang="en-US" sz="170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Add, display, search, complete and delete</a:t>
            </a:r>
            <a:endParaRPr lang="en-US" sz="1700" dirty="0"/>
          </a:p>
          <a:p>
            <a:pPr marL="184404" indent="-184404" algn="l">
              <a:lnSpc>
                <a:spcPts val="2380"/>
              </a:lnSpc>
              <a:buSzPct val="100000"/>
              <a:buChar char="•"/>
            </a:pPr>
            <a:r>
              <a:rPr lang="en-US" sz="170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fixed limit on the number of tasks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299200" y="1620521"/>
            <a:ext cx="5232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0A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learned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368796" y="2052321"/>
            <a:ext cx="5155184" cy="955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4404" indent="-184404" algn="l">
              <a:lnSpc>
                <a:spcPts val="2380"/>
              </a:lnSpc>
              <a:buSzPct val="100000"/>
              <a:buChar char="•"/>
            </a:pPr>
            <a:r>
              <a:rPr lang="en-US" sz="170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Creating, traversing and unlinking nodes</a:t>
            </a:r>
            <a:endParaRPr lang="en-US" sz="1700" dirty="0"/>
          </a:p>
          <a:p>
            <a:pPr marL="184404" indent="-184404" algn="l">
              <a:lnSpc>
                <a:spcPts val="2380"/>
              </a:lnSpc>
              <a:buSzPct val="100000"/>
              <a:buChar char="•"/>
            </a:pPr>
            <a:r>
              <a:rPr lang="en-US" sz="170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malloc() and free() correctly</a:t>
            </a:r>
            <a:endParaRPr lang="en-US" sz="1700" dirty="0"/>
          </a:p>
          <a:p>
            <a:pPr marL="184404" indent="-184404" algn="l">
              <a:lnSpc>
                <a:spcPts val="2380"/>
              </a:lnSpc>
              <a:buSzPct val="100000"/>
              <a:buChar char="•"/>
            </a:pPr>
            <a:r>
              <a:rPr lang="en-US" sz="170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Handling pointers and edge cases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o-Do Task Manager — DS Mini Project">
  <a:themeElements>
    <a:clrScheme name="To-Do Task Manager — DS Mini Project">
      <a:dk1>
        <a:srgbClr val="172433"/>
      </a:dk1>
      <a:lt1>
        <a:srgbClr val="F5F2EA"/>
      </a:lt1>
      <a:dk2>
        <a:srgbClr val="4F5861"/>
      </a:dk2>
      <a:lt2>
        <a:srgbClr val="DFDDD8"/>
      </a:lt2>
      <a:accent1>
        <a:srgbClr val="B8541A"/>
      </a:accent1>
      <a:accent2>
        <a:srgbClr val="F0A35E"/>
      </a:accent2>
      <a:accent3>
        <a:srgbClr val="5B6572"/>
      </a:accent3>
      <a:accent4>
        <a:srgbClr val="3B4654"/>
      </a:accent4>
      <a:accent5>
        <a:srgbClr val="D7D3C8"/>
      </a:accent5>
      <a:accent6>
        <a:srgbClr val="9AA0A6"/>
      </a:accent6>
      <a:hlink>
        <a:srgbClr val="0563C1"/>
      </a:hlink>
      <a:folHlink>
        <a:srgbClr val="954F72"/>
      </a:folHlink>
    </a:clrScheme>
    <a:fontScheme name="To-Do Task Manager — DS Mini Projec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518</Words>
  <Application>Microsoft Office PowerPoint</Application>
  <PresentationFormat>Widescreen</PresentationFormat>
  <Paragraphs>99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Georgia</vt:lpstr>
      <vt:lpstr>To-Do Task Manager — DS Mini Project</vt:lpstr>
      <vt:lpstr>To-Do Task Manager</vt:lpstr>
      <vt:lpstr>Introduction</vt:lpstr>
      <vt:lpstr>Problem Statement</vt:lpstr>
      <vt:lpstr>Objectives</vt:lpstr>
      <vt:lpstr>Existing System</vt:lpstr>
      <vt:lpstr>Proposed System</vt:lpstr>
      <vt:lpstr>Technology Used</vt:lpstr>
      <vt:lpstr>Modules of the Project</vt:lpstr>
      <vt:lpstr>Flowchart</vt:lpstr>
      <vt:lpstr>Challenges Faced</vt:lpstr>
      <vt:lpstr>Future Scope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To-Do Task Manager — DS Mini Project</dc:title>
  <dc:subject/>
  <dc:creator/>
  <cp:lastModifiedBy>Jes</cp:lastModifiedBy>
  <cp:revision>4</cp:revision>
  <dcterms:created xsi:type="dcterms:W3CDTF">2026-10-16T09:39:35Z</dcterms:created>
  <dcterms:modified xsi:type="dcterms:W3CDTF">2026-10-21T18:54:49Z</dcterms:modified>
</cp:coreProperties>
</file>